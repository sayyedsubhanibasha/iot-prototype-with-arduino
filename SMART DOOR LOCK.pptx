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bhanibasha syyed" userId="dce26ddf68f6febd" providerId="LiveId" clId="{EE9D2131-EB75-466B-91B0-A7715673A77D}"/>
    <pc:docChg chg="modSld">
      <pc:chgData name="subhanibasha syyed" userId="dce26ddf68f6febd" providerId="LiveId" clId="{EE9D2131-EB75-466B-91B0-A7715673A77D}" dt="2026-10-19T10:44:08.196" v="67" actId="1076"/>
      <pc:docMkLst>
        <pc:docMk/>
      </pc:docMkLst>
      <pc:sldChg chg="modSp mod">
        <pc:chgData name="subhanibasha syyed" userId="dce26ddf68f6febd" providerId="LiveId" clId="{EE9D2131-EB75-466B-91B0-A7715673A77D}" dt="2026-10-19T10:44:08.196" v="67" actId="1076"/>
        <pc:sldMkLst>
          <pc:docMk/>
          <pc:sldMk cId="3783710183" sldId="256"/>
        </pc:sldMkLst>
        <pc:spChg chg="mod">
          <ac:chgData name="subhanibasha syyed" userId="dce26ddf68f6febd" providerId="LiveId" clId="{EE9D2131-EB75-466B-91B0-A7715673A77D}" dt="2026-10-19T10:43:50.815" v="65" actId="20577"/>
          <ac:spMkLst>
            <pc:docMk/>
            <pc:sldMk cId="3783710183" sldId="256"/>
            <ac:spMk id="6" creationId="{28646303-F661-4F06-1B06-80477A45C86C}"/>
          </ac:spMkLst>
        </pc:spChg>
        <pc:spChg chg="mod">
          <ac:chgData name="subhanibasha syyed" userId="dce26ddf68f6febd" providerId="LiveId" clId="{EE9D2131-EB75-466B-91B0-A7715673A77D}" dt="2026-10-19T10:44:08.196" v="67" actId="1076"/>
          <ac:spMkLst>
            <pc:docMk/>
            <pc:sldMk cId="3783710183" sldId="256"/>
            <ac:spMk id="7" creationId="{57D1137A-10FB-2349-676A-EAE9EB7CC055}"/>
          </ac:spMkLst>
        </pc:spChg>
        <pc:spChg chg="mod">
          <ac:chgData name="subhanibasha syyed" userId="dce26ddf68f6febd" providerId="LiveId" clId="{EE9D2131-EB75-466B-91B0-A7715673A77D}" dt="2026-10-19T10:44:03.438" v="66" actId="1076"/>
          <ac:spMkLst>
            <pc:docMk/>
            <pc:sldMk cId="3783710183" sldId="256"/>
            <ac:spMk id="8" creationId="{95D924B5-CB3D-8709-67BB-CF3466AB764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34BE6-5242-F7D6-727A-7C37436C79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2EB57E-F146-710A-F623-AD35BE6513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DD433-6772-5E9D-4C43-A6188CF52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31A4E-AE37-4938-9C51-51B689730A74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2C3C5-C01A-0CE6-18E7-0BC38201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CCE74-1BA9-AF20-673B-21E46E93D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0E2D-F44B-48BE-8529-8C91F2CA2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079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180EE-409C-6980-3B24-BD066D60E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FED71-6B1C-DC27-7995-C756D5EB8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FB653-F024-189B-9EED-C969C1B21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31A4E-AE37-4938-9C51-51B689730A74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2DA5C-EC34-A9F8-AB59-D1E71C10B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AD95F-53F0-45E4-CF87-BB3898643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0E2D-F44B-48BE-8529-8C91F2CA2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7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0ABDC-9A6B-E486-81FB-D1823E4D3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29E15-A8D3-9D90-F025-50500CA02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622AD-6490-A4D0-4D41-34F112212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31A4E-AE37-4938-9C51-51B689730A74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CCE76-A028-AE88-3109-AD500458C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F56C1-0193-747A-B8F7-109D55313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0E2D-F44B-48BE-8529-8C91F2CA2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56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D438A-88C1-6A9D-3AD2-FC06ABD94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6FA4E-89FD-8685-CD72-4CBDAAAC6B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3FDDD2-7435-2BED-EEE6-092AF73BB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22ED7F-E876-0806-0A43-02BFF7BA3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31A4E-AE37-4938-9C51-51B689730A74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F363F8-98A6-24E1-504E-E0D227916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CDEDD-F8A5-B6E2-D359-F8DCFB8B3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0E2D-F44B-48BE-8529-8C91F2CA2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095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50776-0D00-116B-53AB-7E92C705A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F0EFF-11E7-F114-4A09-483B7BE09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1FEE67-43E9-B2B7-05D3-25AE173E2D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25AB61-7439-FCE6-953D-CA32B6F802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02AAA2-306A-47C0-E26E-53A54AAF52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9D1460-2616-E2DE-ACD6-62C6197EF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31A4E-AE37-4938-9C51-51B689730A74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96280B-3ACF-C99A-3DD4-F09348DE6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81B17F-E3A2-1BAE-01BD-B631D5539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0E2D-F44B-48BE-8529-8C91F2CA2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325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B989A-AB97-D113-663E-538EC80A9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ACB592-74FB-7165-7013-19B0EF74D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31A4E-AE37-4938-9C51-51B689730A74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4B7698-3AD6-EBC1-68DA-04B057088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4C4A4-4C15-86DA-8B30-4D37228ED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0E2D-F44B-48BE-8529-8C91F2CA2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6860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192F58-B042-573F-AEBE-26BB8521E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31A4E-AE37-4938-9C51-51B689730A74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2276C8-7E89-4FDF-73D3-B56084E7F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02EB1-6F41-497B-5466-C1B8F330F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0E2D-F44B-48BE-8529-8C91F2CA2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898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F1063-BA58-3D42-70E9-0B429C128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2D3AD-1A2C-3BF4-04BA-803E2A33E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51E5B8-06FE-B1DC-0973-2F73734EC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A3B1B6-1192-B2E6-5C0C-9A757C41F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31A4E-AE37-4938-9C51-51B689730A74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E00EA3-602B-BBF9-D688-938E4049A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14EAE7-B4AA-C791-7C5A-392D3C14E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0E2D-F44B-48BE-8529-8C91F2CA2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507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4025A-9A07-2928-AA1C-D920CB1E6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692588-DEB2-7873-94F2-3A110A92EB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58F75C-8042-BCC5-354F-053EE7AD51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7B2DDE-A2FE-89FE-6A23-DB2B98C5B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31A4E-AE37-4938-9C51-51B689730A74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789A0-216E-8738-ACC4-F3399B046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08B80-09B3-AA5D-EA19-B88DCA034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0E2D-F44B-48BE-8529-8C91F2CA2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529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0C2F2-AE36-E9D1-860A-9B7909682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C4F549-03C2-05D1-ADF4-546A7718BF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C87BD-E991-6D61-BA82-689F85C33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31A4E-AE37-4938-9C51-51B689730A74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29BE9-15F5-3371-9EDF-06E2B70F4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58E24-E84B-5B7A-C525-A64807FE0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0E2D-F44B-48BE-8529-8C91F2CA2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115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6A8847-0AAB-CD2A-399F-DA9FB8AA68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405371-2498-E5EC-B127-54037D313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8C557-B9C6-9064-E73E-6598B4F05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31A4E-AE37-4938-9C51-51B689730A74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3A084-5D48-7135-2041-0D9E700A3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D2595-D061-5C44-32B7-9330D0DB4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0E2D-F44B-48BE-8529-8C91F2CA2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82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B732FF-76C2-AAE7-1132-F7367192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09E97-8025-40D9-347E-7A9B1EAC7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D6698-0519-51DC-434F-3530F63376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31A4E-AE37-4938-9C51-51B689730A74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0CAF6-F189-4F18-A210-438B0DBAE3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575D3-6C0B-9319-3123-8BE2642FAF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320E2D-F44B-48BE-8529-8C91F2CA2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725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CABAD85-618C-B33C-917C-EE3AFF003766}"/>
              </a:ext>
            </a:extLst>
          </p:cNvPr>
          <p:cNvSpPr/>
          <p:nvPr/>
        </p:nvSpPr>
        <p:spPr>
          <a:xfrm>
            <a:off x="117987" y="147484"/>
            <a:ext cx="11857703" cy="65286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0231B3-DC31-C3E8-3A3A-91EBDC6A1DD4}"/>
              </a:ext>
            </a:extLst>
          </p:cNvPr>
          <p:cNvSpPr txBox="1"/>
          <p:nvPr/>
        </p:nvSpPr>
        <p:spPr>
          <a:xfrm>
            <a:off x="4493342" y="353962"/>
            <a:ext cx="3746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INTERNET OF THINGS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646303-F661-4F06-1B06-80477A45C86C}"/>
              </a:ext>
            </a:extLst>
          </p:cNvPr>
          <p:cNvSpPr txBox="1"/>
          <p:nvPr/>
        </p:nvSpPr>
        <p:spPr>
          <a:xfrm>
            <a:off x="570271" y="1215763"/>
            <a:ext cx="50242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TASK 3:       IOT PROTOTYPE WITH ARDUINO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D1137A-10FB-2349-676A-EAE9EB7CC055}"/>
              </a:ext>
            </a:extLst>
          </p:cNvPr>
          <p:cNvSpPr txBox="1"/>
          <p:nvPr/>
        </p:nvSpPr>
        <p:spPr>
          <a:xfrm>
            <a:off x="5594553" y="2037933"/>
            <a:ext cx="3067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SMART DOOR LOCK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D924B5-CB3D-8709-67BB-CF3466AB7643}"/>
              </a:ext>
            </a:extLst>
          </p:cNvPr>
          <p:cNvSpPr txBox="1"/>
          <p:nvPr/>
        </p:nvSpPr>
        <p:spPr>
          <a:xfrm>
            <a:off x="4493342" y="1668601"/>
            <a:ext cx="913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EDAAEB-CAE9-76EB-F038-76D3B19F1B1A}"/>
              </a:ext>
            </a:extLst>
          </p:cNvPr>
          <p:cNvSpPr txBox="1"/>
          <p:nvPr/>
        </p:nvSpPr>
        <p:spPr>
          <a:xfrm>
            <a:off x="570271" y="2521549"/>
            <a:ext cx="2477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CODE 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CD2847-0BA9-3B2F-F82F-EC1A3BCB0564}"/>
              </a:ext>
            </a:extLst>
          </p:cNvPr>
          <p:cNvSpPr txBox="1"/>
          <p:nvPr/>
        </p:nvSpPr>
        <p:spPr>
          <a:xfrm>
            <a:off x="1564428" y="3182852"/>
            <a:ext cx="3350661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#include &lt;</a:t>
            </a:r>
            <a:r>
              <a:rPr lang="en-IN" dirty="0" err="1"/>
              <a:t>Keypad.h</a:t>
            </a:r>
            <a:r>
              <a:rPr lang="en-IN" dirty="0"/>
              <a:t>&gt;</a:t>
            </a:r>
          </a:p>
          <a:p>
            <a:r>
              <a:rPr lang="en-IN" dirty="0"/>
              <a:t>#include &lt;</a:t>
            </a:r>
            <a:r>
              <a:rPr lang="en-IN" dirty="0" err="1"/>
              <a:t>Servo.h</a:t>
            </a:r>
            <a:r>
              <a:rPr lang="en-IN" dirty="0"/>
              <a:t>&gt;</a:t>
            </a:r>
          </a:p>
          <a:p>
            <a:r>
              <a:rPr lang="en-IN" dirty="0"/>
              <a:t>#include &lt;</a:t>
            </a:r>
            <a:r>
              <a:rPr lang="en-IN" dirty="0" err="1"/>
              <a:t>Wire.h</a:t>
            </a:r>
            <a:r>
              <a:rPr lang="en-IN" dirty="0"/>
              <a:t>&gt;</a:t>
            </a:r>
          </a:p>
          <a:p>
            <a:r>
              <a:rPr lang="en-IN" dirty="0"/>
              <a:t>#include &lt;LiquidCrystal_I2C.h&gt;</a:t>
            </a:r>
          </a:p>
          <a:p>
            <a:endParaRPr lang="en-IN" dirty="0"/>
          </a:p>
          <a:p>
            <a:r>
              <a:rPr lang="en-IN" dirty="0"/>
              <a:t>// LCD address: commonly 0x27</a:t>
            </a:r>
          </a:p>
          <a:p>
            <a:r>
              <a:rPr lang="en-IN" dirty="0"/>
              <a:t>LiquidCrystal_I2C lcd(0x27, 16, 2);</a:t>
            </a:r>
          </a:p>
          <a:p>
            <a:endParaRPr lang="en-IN" dirty="0"/>
          </a:p>
          <a:p>
            <a:r>
              <a:rPr lang="en-IN" dirty="0"/>
              <a:t>// Servo and buzzer pins</a:t>
            </a:r>
          </a:p>
          <a:p>
            <a:r>
              <a:rPr lang="en-IN" dirty="0" err="1"/>
              <a:t>const</a:t>
            </a:r>
            <a:r>
              <a:rPr lang="en-IN" dirty="0"/>
              <a:t> int </a:t>
            </a:r>
            <a:r>
              <a:rPr lang="en-IN" dirty="0" err="1"/>
              <a:t>servoPin</a:t>
            </a:r>
            <a:r>
              <a:rPr lang="en-IN" dirty="0"/>
              <a:t> = 10;</a:t>
            </a:r>
          </a:p>
          <a:p>
            <a:r>
              <a:rPr lang="en-IN" dirty="0" err="1"/>
              <a:t>const</a:t>
            </a:r>
            <a:r>
              <a:rPr lang="en-IN" dirty="0"/>
              <a:t> int </a:t>
            </a:r>
            <a:r>
              <a:rPr lang="en-IN" dirty="0" err="1"/>
              <a:t>buzzerPin</a:t>
            </a:r>
            <a:r>
              <a:rPr lang="en-IN" dirty="0"/>
              <a:t> = 11;</a:t>
            </a:r>
          </a:p>
          <a:p>
            <a:endParaRPr lang="en-IN" dirty="0"/>
          </a:p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83710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A20F49-AD6B-FEB7-2F01-E223ADB0A13A}"/>
              </a:ext>
            </a:extLst>
          </p:cNvPr>
          <p:cNvSpPr/>
          <p:nvPr/>
        </p:nvSpPr>
        <p:spPr>
          <a:xfrm>
            <a:off x="196645" y="245806"/>
            <a:ext cx="11808542" cy="64106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CDAD18-C7D9-4A6B-0344-12714A6E0993}"/>
              </a:ext>
            </a:extLst>
          </p:cNvPr>
          <p:cNvSpPr txBox="1"/>
          <p:nvPr/>
        </p:nvSpPr>
        <p:spPr>
          <a:xfrm>
            <a:off x="1032388" y="245806"/>
            <a:ext cx="7344697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// Keypad configuration</a:t>
            </a:r>
          </a:p>
          <a:p>
            <a:r>
              <a:rPr lang="en-IN" dirty="0" err="1"/>
              <a:t>const</a:t>
            </a:r>
            <a:r>
              <a:rPr lang="en-IN" dirty="0"/>
              <a:t> byte ROWS = 4;</a:t>
            </a:r>
          </a:p>
          <a:p>
            <a:r>
              <a:rPr lang="en-IN" dirty="0" err="1"/>
              <a:t>const</a:t>
            </a:r>
            <a:r>
              <a:rPr lang="en-IN" dirty="0"/>
              <a:t> byte COLS = 4;</a:t>
            </a:r>
          </a:p>
          <a:p>
            <a:endParaRPr lang="en-IN" dirty="0"/>
          </a:p>
          <a:p>
            <a:r>
              <a:rPr lang="en-IN" dirty="0"/>
              <a:t>char keys[ROWS][COLS] = {</a:t>
            </a:r>
          </a:p>
          <a:p>
            <a:r>
              <a:rPr lang="en-IN" dirty="0"/>
              <a:t>  {'1', '2', '3', 'A'},</a:t>
            </a:r>
          </a:p>
          <a:p>
            <a:r>
              <a:rPr lang="en-IN" dirty="0"/>
              <a:t>  {'4', '5', '6', 'B'},</a:t>
            </a:r>
          </a:p>
          <a:p>
            <a:r>
              <a:rPr lang="en-IN" dirty="0"/>
              <a:t>  {'7', '8', '9', 'C'},</a:t>
            </a:r>
          </a:p>
          <a:p>
            <a:r>
              <a:rPr lang="en-IN" dirty="0"/>
              <a:t>  {'*', '0', '#', 'D’}</a:t>
            </a:r>
          </a:p>
          <a:p>
            <a:r>
              <a:rPr lang="en-IN" dirty="0"/>
              <a:t>};</a:t>
            </a:r>
          </a:p>
          <a:p>
            <a:endParaRPr lang="en-IN" dirty="0"/>
          </a:p>
          <a:p>
            <a:r>
              <a:rPr lang="en-IN" dirty="0"/>
              <a:t>byte </a:t>
            </a:r>
            <a:r>
              <a:rPr lang="en-IN" dirty="0" err="1"/>
              <a:t>rowPins</a:t>
            </a:r>
            <a:r>
              <a:rPr lang="en-IN" dirty="0"/>
              <a:t>[ROWS] = {9, 8, 7, 6};</a:t>
            </a:r>
          </a:p>
          <a:p>
            <a:r>
              <a:rPr lang="en-IN" dirty="0"/>
              <a:t>byte </a:t>
            </a:r>
            <a:r>
              <a:rPr lang="en-IN" dirty="0" err="1"/>
              <a:t>colPins</a:t>
            </a:r>
            <a:r>
              <a:rPr lang="en-IN" dirty="0"/>
              <a:t>[COLS] = {5, 4, 3, 2};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Keypad </a:t>
            </a:r>
            <a:r>
              <a:rPr lang="en-IN" dirty="0" err="1"/>
              <a:t>keypad</a:t>
            </a:r>
            <a:r>
              <a:rPr lang="en-IN" dirty="0"/>
              <a:t> = Keypad(</a:t>
            </a:r>
          </a:p>
          <a:p>
            <a:r>
              <a:rPr lang="en-IN" dirty="0"/>
              <a:t>  </a:t>
            </a:r>
            <a:r>
              <a:rPr lang="en-IN" dirty="0" err="1"/>
              <a:t>makeKeymap</a:t>
            </a:r>
            <a:r>
              <a:rPr lang="en-IN" dirty="0"/>
              <a:t>(keys),</a:t>
            </a:r>
          </a:p>
          <a:p>
            <a:r>
              <a:rPr lang="en-IN" dirty="0"/>
              <a:t>  </a:t>
            </a:r>
            <a:r>
              <a:rPr lang="en-IN" dirty="0" err="1"/>
              <a:t>rowPins</a:t>
            </a:r>
            <a:r>
              <a:rPr lang="en-IN" dirty="0"/>
              <a:t>,</a:t>
            </a:r>
          </a:p>
          <a:p>
            <a:r>
              <a:rPr lang="en-IN" dirty="0"/>
              <a:t>  </a:t>
            </a:r>
            <a:r>
              <a:rPr lang="en-IN" dirty="0" err="1"/>
              <a:t>colPins</a:t>
            </a:r>
            <a:r>
              <a:rPr lang="en-IN" dirty="0"/>
              <a:t>,</a:t>
            </a:r>
          </a:p>
          <a:p>
            <a:r>
              <a:rPr lang="en-IN" dirty="0"/>
              <a:t>  ROWS,</a:t>
            </a:r>
          </a:p>
          <a:p>
            <a:r>
              <a:rPr lang="en-IN" dirty="0"/>
              <a:t>  COLS</a:t>
            </a:r>
          </a:p>
          <a:p>
            <a:endParaRPr lang="en-IN" dirty="0"/>
          </a:p>
          <a:p>
            <a:r>
              <a:rPr lang="en-IN" dirty="0"/>
              <a:t>);</a:t>
            </a:r>
          </a:p>
          <a:p>
            <a:endParaRPr lang="en-IN" dirty="0"/>
          </a:p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24581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2BF0D8-DB5C-549A-4AF1-46231D5FDF00}"/>
              </a:ext>
            </a:extLst>
          </p:cNvPr>
          <p:cNvSpPr/>
          <p:nvPr/>
        </p:nvSpPr>
        <p:spPr>
          <a:xfrm>
            <a:off x="196645" y="167148"/>
            <a:ext cx="11779045" cy="64991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EF6A00-3ADC-7591-6B07-DAD4CBDD1501}"/>
              </a:ext>
            </a:extLst>
          </p:cNvPr>
          <p:cNvSpPr txBox="1"/>
          <p:nvPr/>
        </p:nvSpPr>
        <p:spPr>
          <a:xfrm>
            <a:off x="973396" y="191729"/>
            <a:ext cx="4601494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// Password</a:t>
            </a:r>
          </a:p>
          <a:p>
            <a:r>
              <a:rPr lang="en-IN" dirty="0"/>
              <a:t>String password = "1234";</a:t>
            </a:r>
          </a:p>
          <a:p>
            <a:r>
              <a:rPr lang="en-IN" dirty="0"/>
              <a:t>String </a:t>
            </a:r>
            <a:r>
              <a:rPr lang="en-IN" dirty="0" err="1"/>
              <a:t>enteredPassword</a:t>
            </a:r>
            <a:r>
              <a:rPr lang="en-IN" dirty="0"/>
              <a:t> = "";</a:t>
            </a:r>
          </a:p>
          <a:p>
            <a:endParaRPr lang="en-IN" dirty="0"/>
          </a:p>
          <a:p>
            <a:r>
              <a:rPr lang="en-IN" dirty="0"/>
              <a:t>void setup() {</a:t>
            </a:r>
          </a:p>
          <a:p>
            <a:r>
              <a:rPr lang="en-IN" dirty="0"/>
              <a:t>  </a:t>
            </a:r>
            <a:r>
              <a:rPr lang="en-IN" dirty="0" err="1"/>
              <a:t>Serial.begin</a:t>
            </a:r>
            <a:r>
              <a:rPr lang="en-IN" dirty="0"/>
              <a:t>(9600);</a:t>
            </a:r>
          </a:p>
          <a:p>
            <a:endParaRPr lang="en-IN" dirty="0"/>
          </a:p>
          <a:p>
            <a:r>
              <a:rPr lang="en-IN" dirty="0"/>
              <a:t>  </a:t>
            </a:r>
            <a:r>
              <a:rPr lang="en-IN" dirty="0" err="1"/>
              <a:t>pinMode</a:t>
            </a:r>
            <a:r>
              <a:rPr lang="en-IN" dirty="0"/>
              <a:t>(</a:t>
            </a:r>
            <a:r>
              <a:rPr lang="en-IN" dirty="0" err="1"/>
              <a:t>buzzerPin</a:t>
            </a:r>
            <a:r>
              <a:rPr lang="en-IN" dirty="0"/>
              <a:t>, OUTPUT);</a:t>
            </a:r>
          </a:p>
          <a:p>
            <a:endParaRPr lang="en-IN" dirty="0"/>
          </a:p>
          <a:p>
            <a:r>
              <a:rPr lang="en-IN" dirty="0"/>
              <a:t>  </a:t>
            </a:r>
            <a:r>
              <a:rPr lang="en-IN" dirty="0" err="1"/>
              <a:t>doorServo.attach</a:t>
            </a:r>
            <a:r>
              <a:rPr lang="en-IN" dirty="0"/>
              <a:t>(</a:t>
            </a:r>
            <a:r>
              <a:rPr lang="en-IN" dirty="0" err="1"/>
              <a:t>servoPin</a:t>
            </a:r>
            <a:r>
              <a:rPr lang="en-IN" dirty="0"/>
              <a:t>);</a:t>
            </a:r>
          </a:p>
          <a:p>
            <a:r>
              <a:rPr lang="en-IN" dirty="0"/>
              <a:t>  </a:t>
            </a:r>
            <a:r>
              <a:rPr lang="en-IN" dirty="0" err="1"/>
              <a:t>doorServo.write</a:t>
            </a:r>
            <a:r>
              <a:rPr lang="en-IN" dirty="0"/>
              <a:t>(0);  // Door locked</a:t>
            </a:r>
          </a:p>
          <a:p>
            <a:endParaRPr lang="en-IN" dirty="0"/>
          </a:p>
          <a:p>
            <a:r>
              <a:rPr lang="en-IN" dirty="0"/>
              <a:t>  </a:t>
            </a:r>
            <a:r>
              <a:rPr lang="en-IN" dirty="0" err="1"/>
              <a:t>lcd.init</a:t>
            </a:r>
            <a:r>
              <a:rPr lang="en-IN" dirty="0"/>
              <a:t>();</a:t>
            </a:r>
          </a:p>
          <a:p>
            <a:r>
              <a:rPr lang="en-IN" dirty="0"/>
              <a:t>  </a:t>
            </a:r>
            <a:r>
              <a:rPr lang="en-IN" dirty="0" err="1"/>
              <a:t>lcd.backlight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/>
              <a:t>  </a:t>
            </a:r>
            <a:r>
              <a:rPr lang="en-IN" dirty="0" err="1"/>
              <a:t>lcd.setCursor</a:t>
            </a:r>
            <a:r>
              <a:rPr lang="en-IN" dirty="0"/>
              <a:t>(0, 0);</a:t>
            </a:r>
          </a:p>
          <a:p>
            <a:r>
              <a:rPr lang="en-IN" dirty="0"/>
              <a:t>  </a:t>
            </a:r>
            <a:r>
              <a:rPr lang="en-IN" dirty="0" err="1"/>
              <a:t>lcd.print</a:t>
            </a:r>
            <a:r>
              <a:rPr lang="en-IN" dirty="0"/>
              <a:t>(" SMART DOOR LOCK");</a:t>
            </a:r>
          </a:p>
          <a:p>
            <a:r>
              <a:rPr lang="en-IN" dirty="0"/>
              <a:t>  </a:t>
            </a:r>
            <a:r>
              <a:rPr lang="en-IN" dirty="0" err="1"/>
              <a:t>lcd.setCursor</a:t>
            </a:r>
            <a:r>
              <a:rPr lang="en-IN" dirty="0"/>
              <a:t>(0, 1);</a:t>
            </a:r>
          </a:p>
          <a:p>
            <a:r>
              <a:rPr lang="en-IN" dirty="0"/>
              <a:t>  </a:t>
            </a:r>
            <a:r>
              <a:rPr lang="en-IN" dirty="0" err="1"/>
              <a:t>lcd.print</a:t>
            </a:r>
            <a:r>
              <a:rPr lang="en-IN" dirty="0"/>
              <a:t>("Door: LOCKED");</a:t>
            </a:r>
          </a:p>
          <a:p>
            <a:endParaRPr lang="en-IN" dirty="0"/>
          </a:p>
          <a:p>
            <a:r>
              <a:rPr lang="en-IN" dirty="0"/>
              <a:t>  delay(2000);</a:t>
            </a:r>
          </a:p>
          <a:p>
            <a:r>
              <a:rPr lang="en-IN" dirty="0"/>
              <a:t>  </a:t>
            </a:r>
            <a:r>
              <a:rPr lang="en-IN" dirty="0" err="1"/>
              <a:t>showMessage</a:t>
            </a:r>
            <a:r>
              <a:rPr lang="en-IN" dirty="0"/>
              <a:t>();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33404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81C201-04EE-BD77-4E47-5A0D083D971C}"/>
              </a:ext>
            </a:extLst>
          </p:cNvPr>
          <p:cNvSpPr/>
          <p:nvPr/>
        </p:nvSpPr>
        <p:spPr>
          <a:xfrm>
            <a:off x="272717" y="240632"/>
            <a:ext cx="11646568" cy="637673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58C640-7389-38F6-04C8-F092BD3B6B73}"/>
              </a:ext>
            </a:extLst>
          </p:cNvPr>
          <p:cNvSpPr txBox="1"/>
          <p:nvPr/>
        </p:nvSpPr>
        <p:spPr>
          <a:xfrm>
            <a:off x="1042219" y="289793"/>
            <a:ext cx="5456903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void loop() {</a:t>
            </a:r>
          </a:p>
          <a:p>
            <a:r>
              <a:rPr lang="en-IN" dirty="0"/>
              <a:t>  char key = </a:t>
            </a:r>
            <a:r>
              <a:rPr lang="en-IN" dirty="0" err="1"/>
              <a:t>keypad.getKey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/>
              <a:t>  if (key) {</a:t>
            </a:r>
          </a:p>
          <a:p>
            <a:r>
              <a:rPr lang="en-IN" dirty="0"/>
              <a:t>    // Enter numeric password</a:t>
            </a:r>
          </a:p>
          <a:p>
            <a:r>
              <a:rPr lang="en-IN" dirty="0"/>
              <a:t>    if (key &gt;= '0' &amp;&amp; key &lt;= '9') {</a:t>
            </a:r>
          </a:p>
          <a:p>
            <a:r>
              <a:rPr lang="en-IN" dirty="0"/>
              <a:t>      if (</a:t>
            </a:r>
            <a:r>
              <a:rPr lang="en-IN" dirty="0" err="1"/>
              <a:t>enteredPassword.length</a:t>
            </a:r>
            <a:r>
              <a:rPr lang="en-IN" dirty="0"/>
              <a:t>() &lt; 4) {</a:t>
            </a:r>
          </a:p>
          <a:p>
            <a:r>
              <a:rPr lang="en-IN" dirty="0"/>
              <a:t>        </a:t>
            </a:r>
            <a:r>
              <a:rPr lang="en-IN" dirty="0" err="1"/>
              <a:t>enteredPassword</a:t>
            </a:r>
            <a:r>
              <a:rPr lang="en-IN" dirty="0"/>
              <a:t> += key;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lcd.clear</a:t>
            </a:r>
            <a:r>
              <a:rPr lang="en-IN" dirty="0"/>
              <a:t>();</a:t>
            </a:r>
          </a:p>
          <a:p>
            <a:r>
              <a:rPr lang="en-IN" dirty="0"/>
              <a:t>        </a:t>
            </a:r>
            <a:r>
              <a:rPr lang="en-IN" dirty="0" err="1"/>
              <a:t>lcd.setCursor</a:t>
            </a:r>
            <a:r>
              <a:rPr lang="en-IN" dirty="0"/>
              <a:t>(0, 0);</a:t>
            </a:r>
          </a:p>
          <a:p>
            <a:r>
              <a:rPr lang="en-IN" dirty="0"/>
              <a:t>        </a:t>
            </a:r>
            <a:r>
              <a:rPr lang="en-IN" dirty="0" err="1"/>
              <a:t>lcd.print</a:t>
            </a:r>
            <a:r>
              <a:rPr lang="en-IN" dirty="0"/>
              <a:t>("Enter Password:");</a:t>
            </a:r>
          </a:p>
          <a:p>
            <a:r>
              <a:rPr lang="en-IN" dirty="0"/>
              <a:t>        </a:t>
            </a:r>
            <a:r>
              <a:rPr lang="en-IN" dirty="0" err="1"/>
              <a:t>lcd.setCursor</a:t>
            </a:r>
            <a:r>
              <a:rPr lang="en-IN" dirty="0"/>
              <a:t>(0, 1);</a:t>
            </a:r>
          </a:p>
          <a:p>
            <a:endParaRPr lang="en-IN" dirty="0"/>
          </a:p>
          <a:p>
            <a:r>
              <a:rPr lang="en-IN" dirty="0"/>
              <a:t>        for (int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</a:t>
            </a:r>
            <a:r>
              <a:rPr lang="en-IN" dirty="0" err="1"/>
              <a:t>enteredPassword.length</a:t>
            </a:r>
            <a:r>
              <a:rPr lang="en-IN" dirty="0"/>
              <a:t>(); </a:t>
            </a:r>
            <a:r>
              <a:rPr lang="en-IN" dirty="0" err="1"/>
              <a:t>i</a:t>
            </a:r>
            <a:r>
              <a:rPr lang="en-IN" dirty="0"/>
              <a:t>++)</a:t>
            </a:r>
          </a:p>
          <a:p>
            <a:r>
              <a:rPr lang="en-IN" dirty="0"/>
              <a:t>        {</a:t>
            </a:r>
          </a:p>
          <a:p>
            <a:r>
              <a:rPr lang="en-IN" dirty="0"/>
              <a:t>        	  </a:t>
            </a:r>
            <a:r>
              <a:rPr lang="en-IN" dirty="0" err="1"/>
              <a:t>lcd.print</a:t>
            </a:r>
            <a:r>
              <a:rPr lang="en-IN" dirty="0"/>
              <a:t>('*');</a:t>
            </a:r>
          </a:p>
          <a:p>
            <a:r>
              <a:rPr lang="en-IN" dirty="0"/>
              <a:t>        </a:t>
            </a:r>
          </a:p>
          <a:p>
            <a:r>
              <a:rPr lang="en-IN" dirty="0"/>
              <a:t>         }</a:t>
            </a:r>
          </a:p>
          <a:p>
            <a:r>
              <a:rPr lang="en-IN" dirty="0"/>
              <a:t>      }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9140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4721B4E-9DD5-EA93-ED3B-792F194B5522}"/>
              </a:ext>
            </a:extLst>
          </p:cNvPr>
          <p:cNvSpPr/>
          <p:nvPr/>
        </p:nvSpPr>
        <p:spPr>
          <a:xfrm>
            <a:off x="167148" y="186813"/>
            <a:ext cx="11838039" cy="64892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E0C957-430B-DD48-12D4-E0E3E60421EA}"/>
              </a:ext>
            </a:extLst>
          </p:cNvPr>
          <p:cNvSpPr txBox="1"/>
          <p:nvPr/>
        </p:nvSpPr>
        <p:spPr>
          <a:xfrm>
            <a:off x="797906" y="181897"/>
            <a:ext cx="5031876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// Clear password</a:t>
            </a:r>
          </a:p>
          <a:p>
            <a:r>
              <a:rPr lang="en-IN" dirty="0"/>
              <a:t>    else if (key == '*') {</a:t>
            </a:r>
          </a:p>
          <a:p>
            <a:r>
              <a:rPr lang="en-IN" dirty="0"/>
              <a:t>      </a:t>
            </a:r>
            <a:r>
              <a:rPr lang="en-IN" dirty="0" err="1"/>
              <a:t>enteredPassword</a:t>
            </a:r>
            <a:r>
              <a:rPr lang="en-IN" dirty="0"/>
              <a:t> = "";</a:t>
            </a:r>
          </a:p>
          <a:p>
            <a:r>
              <a:rPr lang="en-IN" dirty="0"/>
              <a:t>      </a:t>
            </a:r>
            <a:r>
              <a:rPr lang="en-IN" dirty="0" err="1"/>
              <a:t>showMessage</a:t>
            </a:r>
            <a:r>
              <a:rPr lang="en-IN" dirty="0"/>
              <a:t>();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// Check password</a:t>
            </a:r>
          </a:p>
          <a:p>
            <a:r>
              <a:rPr lang="en-IN" dirty="0"/>
              <a:t>    else if (key == '#') {</a:t>
            </a:r>
          </a:p>
          <a:p>
            <a:r>
              <a:rPr lang="en-IN" dirty="0"/>
              <a:t>      </a:t>
            </a:r>
            <a:r>
              <a:rPr lang="en-IN" dirty="0" err="1"/>
              <a:t>lcd.clear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/>
              <a:t>      if (</a:t>
            </a:r>
            <a:r>
              <a:rPr lang="en-IN" dirty="0" err="1"/>
              <a:t>enteredPassword</a:t>
            </a:r>
            <a:r>
              <a:rPr lang="en-IN" dirty="0"/>
              <a:t> == password) {</a:t>
            </a:r>
          </a:p>
          <a:p>
            <a:r>
              <a:rPr lang="en-IN" dirty="0"/>
              <a:t>        </a:t>
            </a:r>
            <a:r>
              <a:rPr lang="en-IN" dirty="0" err="1"/>
              <a:t>lcd.setCursor</a:t>
            </a:r>
            <a:r>
              <a:rPr lang="en-IN" dirty="0"/>
              <a:t>(0, 0);</a:t>
            </a:r>
          </a:p>
          <a:p>
            <a:r>
              <a:rPr lang="en-IN" dirty="0"/>
              <a:t>        </a:t>
            </a:r>
            <a:r>
              <a:rPr lang="en-IN" dirty="0" err="1"/>
              <a:t>lcd.print</a:t>
            </a:r>
            <a:r>
              <a:rPr lang="en-IN" dirty="0"/>
              <a:t>("Correct Password");</a:t>
            </a:r>
          </a:p>
          <a:p>
            <a:r>
              <a:rPr lang="en-IN" dirty="0"/>
              <a:t>        </a:t>
            </a:r>
            <a:r>
              <a:rPr lang="en-IN" dirty="0" err="1"/>
              <a:t>lcd.setCursor</a:t>
            </a:r>
            <a:r>
              <a:rPr lang="en-IN" dirty="0"/>
              <a:t>(0, 1);</a:t>
            </a:r>
          </a:p>
          <a:p>
            <a:r>
              <a:rPr lang="en-IN" dirty="0"/>
              <a:t>        </a:t>
            </a:r>
            <a:r>
              <a:rPr lang="en-IN" dirty="0" err="1"/>
              <a:t>lcd.print</a:t>
            </a:r>
            <a:r>
              <a:rPr lang="en-IN" dirty="0"/>
              <a:t>("Door Unlocked");</a:t>
            </a:r>
          </a:p>
          <a:p>
            <a:endParaRPr lang="en-IN" dirty="0"/>
          </a:p>
          <a:p>
            <a:r>
              <a:rPr lang="en-IN" dirty="0"/>
              <a:t>        tone(</a:t>
            </a:r>
            <a:r>
              <a:rPr lang="en-IN" dirty="0" err="1"/>
              <a:t>buzzerPin</a:t>
            </a:r>
            <a:r>
              <a:rPr lang="en-IN" dirty="0"/>
              <a:t>, 1000, 200);</a:t>
            </a:r>
          </a:p>
          <a:p>
            <a:r>
              <a:rPr lang="en-IN" dirty="0"/>
              <a:t>        </a:t>
            </a:r>
            <a:r>
              <a:rPr lang="en-IN" dirty="0" err="1"/>
              <a:t>doorServo.write</a:t>
            </a:r>
            <a:r>
              <a:rPr lang="en-IN" dirty="0"/>
              <a:t>(90);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Serial.println</a:t>
            </a:r>
            <a:r>
              <a:rPr lang="en-IN" dirty="0"/>
              <a:t>("Access Granted");</a:t>
            </a:r>
          </a:p>
          <a:p>
            <a:r>
              <a:rPr lang="en-IN" dirty="0"/>
              <a:t>        </a:t>
            </a:r>
            <a:r>
              <a:rPr lang="en-IN" dirty="0" err="1"/>
              <a:t>Serial.println</a:t>
            </a:r>
            <a:r>
              <a:rPr lang="en-IN" dirty="0"/>
              <a:t>("Door Unlocked");</a:t>
            </a:r>
          </a:p>
          <a:p>
            <a:endParaRPr lang="en-IN" dirty="0"/>
          </a:p>
          <a:p>
            <a:r>
              <a:rPr lang="en-IN" dirty="0"/>
              <a:t>        delay(5000);</a:t>
            </a:r>
          </a:p>
          <a:p>
            <a:endParaRPr lang="en-IN" dirty="0"/>
          </a:p>
          <a:p>
            <a:r>
              <a:rPr lang="en-IN" dirty="0"/>
              <a:t>        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730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9FDA80-8027-E9D3-E31A-4FA3E0584E5F}"/>
              </a:ext>
            </a:extLst>
          </p:cNvPr>
          <p:cNvSpPr/>
          <p:nvPr/>
        </p:nvSpPr>
        <p:spPr>
          <a:xfrm>
            <a:off x="208344" y="208344"/>
            <a:ext cx="11771453" cy="64239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B3C13F-FD04-0153-651D-F37DE3EE7FD4}"/>
              </a:ext>
            </a:extLst>
          </p:cNvPr>
          <p:cNvSpPr txBox="1"/>
          <p:nvPr/>
        </p:nvSpPr>
        <p:spPr>
          <a:xfrm>
            <a:off x="1226917" y="225706"/>
            <a:ext cx="54864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doorServo.write</a:t>
            </a:r>
            <a:r>
              <a:rPr lang="en-IN" dirty="0"/>
              <a:t>(0);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lcd.clear</a:t>
            </a:r>
            <a:r>
              <a:rPr lang="en-IN" dirty="0"/>
              <a:t>();</a:t>
            </a:r>
          </a:p>
          <a:p>
            <a:r>
              <a:rPr lang="en-IN" dirty="0"/>
              <a:t>        </a:t>
            </a:r>
            <a:r>
              <a:rPr lang="en-IN" dirty="0" err="1"/>
              <a:t>lcd.setCursor</a:t>
            </a:r>
            <a:r>
              <a:rPr lang="en-IN" dirty="0"/>
              <a:t>(0, 0);</a:t>
            </a:r>
          </a:p>
          <a:p>
            <a:r>
              <a:rPr lang="en-IN" dirty="0"/>
              <a:t>        </a:t>
            </a:r>
            <a:r>
              <a:rPr lang="en-IN" dirty="0" err="1"/>
              <a:t>lcd.print</a:t>
            </a:r>
            <a:r>
              <a:rPr lang="en-IN" dirty="0"/>
              <a:t>("Door Locked");</a:t>
            </a:r>
          </a:p>
          <a:p>
            <a:r>
              <a:rPr lang="en-IN" dirty="0"/>
              <a:t>        </a:t>
            </a:r>
            <a:r>
              <a:rPr lang="en-IN" dirty="0" err="1"/>
              <a:t>Serial.println</a:t>
            </a:r>
            <a:r>
              <a:rPr lang="en-IN" dirty="0"/>
              <a:t>("Door Locked");</a:t>
            </a:r>
          </a:p>
          <a:p>
            <a:r>
              <a:rPr lang="en-IN" dirty="0"/>
              <a:t>        delay(1500);</a:t>
            </a:r>
          </a:p>
          <a:p>
            <a:r>
              <a:rPr lang="en-IN" dirty="0"/>
              <a:t>      } else {</a:t>
            </a:r>
          </a:p>
          <a:p>
            <a:r>
              <a:rPr lang="en-IN" dirty="0"/>
              <a:t>        </a:t>
            </a:r>
            <a:r>
              <a:rPr lang="en-IN" dirty="0" err="1"/>
              <a:t>lcd.setCursor</a:t>
            </a:r>
            <a:r>
              <a:rPr lang="en-IN" dirty="0"/>
              <a:t>(0, 0);</a:t>
            </a:r>
          </a:p>
          <a:p>
            <a:r>
              <a:rPr lang="en-IN" dirty="0"/>
              <a:t>        </a:t>
            </a:r>
            <a:r>
              <a:rPr lang="en-IN" dirty="0" err="1"/>
              <a:t>lcd.print</a:t>
            </a:r>
            <a:r>
              <a:rPr lang="en-IN" dirty="0"/>
              <a:t>("Wrong Password");</a:t>
            </a:r>
          </a:p>
          <a:p>
            <a:r>
              <a:rPr lang="en-IN" dirty="0"/>
              <a:t>        </a:t>
            </a:r>
            <a:r>
              <a:rPr lang="en-IN" dirty="0" err="1"/>
              <a:t>lcd.setCursor</a:t>
            </a:r>
            <a:r>
              <a:rPr lang="en-IN" dirty="0"/>
              <a:t>(0, 1);</a:t>
            </a:r>
          </a:p>
          <a:p>
            <a:r>
              <a:rPr lang="en-IN" dirty="0"/>
              <a:t>        </a:t>
            </a:r>
            <a:r>
              <a:rPr lang="en-IN" dirty="0" err="1"/>
              <a:t>lcd.print</a:t>
            </a:r>
            <a:r>
              <a:rPr lang="en-IN" dirty="0"/>
              <a:t>("Access Denied");</a:t>
            </a:r>
          </a:p>
          <a:p>
            <a:endParaRPr lang="en-IN" dirty="0"/>
          </a:p>
          <a:p>
            <a:r>
              <a:rPr lang="en-IN" dirty="0"/>
              <a:t>        tone(</a:t>
            </a:r>
            <a:r>
              <a:rPr lang="en-IN" dirty="0" err="1"/>
              <a:t>buzzerPin</a:t>
            </a:r>
            <a:r>
              <a:rPr lang="en-IN" dirty="0"/>
              <a:t>, 500, 1000);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Serial.println</a:t>
            </a:r>
            <a:r>
              <a:rPr lang="en-IN" dirty="0"/>
              <a:t>("Access Denied");</a:t>
            </a:r>
          </a:p>
          <a:p>
            <a:r>
              <a:rPr lang="en-IN" dirty="0"/>
              <a:t>        delay(1500);</a:t>
            </a:r>
          </a:p>
          <a:p>
            <a:r>
              <a:rPr lang="en-IN" dirty="0"/>
              <a:t>      }</a:t>
            </a:r>
          </a:p>
          <a:p>
            <a:endParaRPr lang="en-IN" dirty="0"/>
          </a:p>
          <a:p>
            <a:r>
              <a:rPr lang="en-IN" dirty="0"/>
              <a:t>      </a:t>
            </a:r>
            <a:r>
              <a:rPr lang="en-IN" dirty="0" err="1"/>
              <a:t>noTone</a:t>
            </a:r>
            <a:r>
              <a:rPr lang="en-IN" dirty="0"/>
              <a:t>(</a:t>
            </a:r>
            <a:r>
              <a:rPr lang="en-IN" dirty="0" err="1"/>
              <a:t>buzzerPin</a:t>
            </a:r>
            <a:r>
              <a:rPr lang="en-IN" dirty="0"/>
              <a:t>);</a:t>
            </a:r>
          </a:p>
          <a:p>
            <a:r>
              <a:rPr lang="en-IN" dirty="0"/>
              <a:t>      </a:t>
            </a:r>
            <a:r>
              <a:rPr lang="en-IN" dirty="0" err="1"/>
              <a:t>enteredPassword</a:t>
            </a:r>
            <a:r>
              <a:rPr lang="en-IN" dirty="0"/>
              <a:t> = "";</a:t>
            </a:r>
          </a:p>
          <a:p>
            <a:r>
              <a:rPr lang="en-IN" dirty="0"/>
              <a:t>      </a:t>
            </a:r>
            <a:r>
              <a:rPr lang="en-IN" dirty="0" err="1"/>
              <a:t>showMessage</a:t>
            </a:r>
            <a:r>
              <a:rPr lang="en-IN" dirty="0"/>
              <a:t>();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9322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AA2DF29-2AC0-0B72-5BA6-C017E569E284}"/>
              </a:ext>
            </a:extLst>
          </p:cNvPr>
          <p:cNvSpPr/>
          <p:nvPr/>
        </p:nvSpPr>
        <p:spPr>
          <a:xfrm>
            <a:off x="266218" y="208344"/>
            <a:ext cx="11690430" cy="64355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F10EEF-9863-396B-943C-E44B739A1C3D}"/>
              </a:ext>
            </a:extLst>
          </p:cNvPr>
          <p:cNvSpPr txBox="1"/>
          <p:nvPr/>
        </p:nvSpPr>
        <p:spPr>
          <a:xfrm>
            <a:off x="1180617" y="208344"/>
            <a:ext cx="406271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void </a:t>
            </a:r>
            <a:r>
              <a:rPr lang="en-IN" dirty="0" err="1"/>
              <a:t>showMessage</a:t>
            </a:r>
            <a:r>
              <a:rPr lang="en-IN" dirty="0"/>
              <a:t>() {</a:t>
            </a:r>
          </a:p>
          <a:p>
            <a:r>
              <a:rPr lang="en-IN" dirty="0"/>
              <a:t>  </a:t>
            </a:r>
            <a:r>
              <a:rPr lang="en-IN" dirty="0" err="1"/>
              <a:t>lcd.clear</a:t>
            </a:r>
            <a:r>
              <a:rPr lang="en-IN" dirty="0"/>
              <a:t>();</a:t>
            </a:r>
          </a:p>
          <a:p>
            <a:r>
              <a:rPr lang="en-IN" dirty="0"/>
              <a:t>  </a:t>
            </a:r>
            <a:r>
              <a:rPr lang="en-IN" dirty="0" err="1"/>
              <a:t>lcd.setCursor</a:t>
            </a:r>
            <a:r>
              <a:rPr lang="en-IN" dirty="0"/>
              <a:t>(0, 0);</a:t>
            </a:r>
          </a:p>
          <a:p>
            <a:r>
              <a:rPr lang="en-IN" dirty="0"/>
              <a:t>  </a:t>
            </a:r>
            <a:r>
              <a:rPr lang="en-IN" dirty="0" err="1"/>
              <a:t>lcd.print</a:t>
            </a:r>
            <a:r>
              <a:rPr lang="en-IN" dirty="0"/>
              <a:t>("Enter Password:");</a:t>
            </a:r>
          </a:p>
          <a:p>
            <a:r>
              <a:rPr lang="en-IN" dirty="0"/>
              <a:t>  </a:t>
            </a:r>
            <a:r>
              <a:rPr lang="en-IN" dirty="0" err="1"/>
              <a:t>lcd.setCursor</a:t>
            </a:r>
            <a:r>
              <a:rPr lang="en-IN" dirty="0"/>
              <a:t>(0, 1);</a:t>
            </a:r>
          </a:p>
          <a:p>
            <a:r>
              <a:rPr lang="en-IN" dirty="0"/>
              <a:t>  </a:t>
            </a:r>
            <a:r>
              <a:rPr lang="en-IN" dirty="0" err="1"/>
              <a:t>lcd.print</a:t>
            </a:r>
            <a:r>
              <a:rPr lang="en-IN" dirty="0"/>
              <a:t>("*=Clear #=Enter");</a:t>
            </a:r>
          </a:p>
          <a:p>
            <a:r>
              <a:rPr lang="en-IN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46D171-7F0D-01C8-29B9-9C523B8589F1}"/>
              </a:ext>
            </a:extLst>
          </p:cNvPr>
          <p:cNvSpPr txBox="1"/>
          <p:nvPr/>
        </p:nvSpPr>
        <p:spPr>
          <a:xfrm>
            <a:off x="729205" y="3426106"/>
            <a:ext cx="2022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CIRCUIT DIAGRAM: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5E28AD-9AD1-36A1-ABF0-668A49A40F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233" y="3717958"/>
            <a:ext cx="4094344" cy="2644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597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8683D7-3D1D-A873-1ACF-DBDF8D8B54BD}"/>
              </a:ext>
            </a:extLst>
          </p:cNvPr>
          <p:cNvSpPr/>
          <p:nvPr/>
        </p:nvSpPr>
        <p:spPr>
          <a:xfrm>
            <a:off x="208344" y="243068"/>
            <a:ext cx="11713580" cy="63313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2ADFC7-8AC7-ED09-A190-D573E4B78DD7}"/>
              </a:ext>
            </a:extLst>
          </p:cNvPr>
          <p:cNvSpPr txBox="1"/>
          <p:nvPr/>
        </p:nvSpPr>
        <p:spPr>
          <a:xfrm>
            <a:off x="358815" y="567159"/>
            <a:ext cx="1261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 PUT 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E568D3-ADD0-DB1F-16BC-E1EFD2AD18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017" y="1445777"/>
            <a:ext cx="7462853" cy="318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978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706</Words>
  <Application>Microsoft Office PowerPoint</Application>
  <PresentationFormat>Widescreen</PresentationFormat>
  <Paragraphs>152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subhanibasha syyed</dc:creator>
  <cp:lastModifiedBy>subhanibasha syyed</cp:lastModifiedBy>
  <cp:revision>1</cp:revision>
  <dcterms:created xsi:type="dcterms:W3CDTF">2026-10-19T09:42:52Z</dcterms:created>
  <dcterms:modified xsi:type="dcterms:W3CDTF">2026-10-19T10:44:08Z</dcterms:modified>
</cp:coreProperties>
</file>